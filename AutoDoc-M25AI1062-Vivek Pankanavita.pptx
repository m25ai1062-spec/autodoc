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45461cdd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45461cdd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45461cdd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45461cdd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45461cdd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45461cdd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45461cdd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45461cdd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45461cdd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45461cdd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45461cdd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45461cdd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45461cddf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45461cdd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45461cdd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45461cdd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45461cdd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45461cdd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45461cdd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45461cdd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45461cdd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45461cdd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45461cddf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45461cddf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45461cdd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45461cdd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AutoDoc – Intelligent API Documentation and Testing Assistant</a:t>
            </a:r>
            <a:endParaRPr sz="59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9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17"/>
              <a:t>Vivek Pankantavita</a:t>
            </a:r>
            <a:endParaRPr b="1" sz="171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1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17"/>
              <a:t>M25AI1062</a:t>
            </a:r>
            <a:endParaRPr b="1" sz="1717"/>
          </a:p>
        </p:txBody>
      </p:sp>
      <p:sp>
        <p:nvSpPr>
          <p:cNvPr id="88" name="Google Shape;88;p13"/>
          <p:cNvSpPr txBox="1"/>
          <p:nvPr/>
        </p:nvSpPr>
        <p:spPr>
          <a:xfrm>
            <a:off x="2121025" y="1696825"/>
            <a:ext cx="551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r>
              <a:rPr b="1" lang="en" sz="1700"/>
              <a:t> Statement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API documentation becomes outdated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Manual documentation is slow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Developers forget to update docs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No test cases are prepared automatically</a:t>
            </a: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Overview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/>
              <a:t>AutoDoc automatically:</a:t>
            </a:r>
            <a:endParaRPr/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SzPct val="84615"/>
              <a:buFont typeface="Arial"/>
              <a:buChar char="●"/>
            </a:pPr>
            <a:r>
              <a:rPr lang="en"/>
              <a:t>Extracts FastAPI routes</a:t>
            </a:r>
            <a:br>
              <a:rPr lang="en"/>
            </a:b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SzPct val="84615"/>
              <a:buFont typeface="Arial"/>
              <a:buChar char="●"/>
            </a:pPr>
            <a:r>
              <a:rPr lang="en"/>
              <a:t>Generates Markdown documentation</a:t>
            </a:r>
            <a:br>
              <a:rPr lang="en"/>
            </a:b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SzPct val="84615"/>
              <a:buFont typeface="Arial"/>
              <a:buChar char="●"/>
            </a:pPr>
            <a:r>
              <a:rPr lang="en"/>
              <a:t>Produces OpenAPI JSON</a:t>
            </a:r>
            <a:br>
              <a:rPr lang="en"/>
            </a:b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SzPct val="84615"/>
              <a:buFont typeface="Arial"/>
              <a:buChar char="●"/>
            </a:pPr>
            <a:r>
              <a:rPr lang="en"/>
              <a:t>Creates test cases</a:t>
            </a:r>
            <a:br>
              <a:rPr lang="en"/>
            </a:b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SzPct val="84615"/>
              <a:buFont typeface="Arial"/>
              <a:buChar char="●"/>
            </a:pPr>
            <a:r>
              <a:rPr lang="en"/>
              <a:t>Writes summaries (offline pseudo-AI)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-28700"/>
          <a:stretch/>
        </p:blipFill>
        <p:spPr>
          <a:xfrm>
            <a:off x="1237275" y="2015000"/>
            <a:ext cx="5009649" cy="29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626" y="1920725"/>
            <a:ext cx="3146476" cy="276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Route Extractor</a:t>
            </a:r>
            <a:br>
              <a:rPr lang="en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Documentation Generator</a:t>
            </a:r>
            <a:br>
              <a:rPr lang="en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Pseudo-AI Summary Engine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Languages/Tools: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Python 3.14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FastAPI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Markdown &amp; JSON generation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Offline summarizer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sample_api.py – the API</a:t>
            </a:r>
            <a:br>
              <a:rPr lang="en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autodoc_core.py – extraction + generation</a:t>
            </a:r>
            <a:br>
              <a:rPr lang="en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ai_engine.py – offline summarizer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Endpoints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293211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Char char="●"/>
            </a:pPr>
            <a:r>
              <a:rPr lang="en"/>
              <a:t>GET /hello</a:t>
            </a:r>
            <a:br>
              <a:rPr lang="en"/>
            </a:br>
            <a:endParaRPr/>
          </a:p>
          <a:p>
            <a:pPr indent="-29321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Char char="●"/>
            </a:pPr>
            <a:r>
              <a:rPr lang="en"/>
              <a:t>GET /hello/{name}</a:t>
            </a:r>
            <a:br>
              <a:rPr lang="en"/>
            </a:br>
            <a:endParaRPr/>
          </a:p>
          <a:p>
            <a:pPr indent="-293211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Char char="●"/>
            </a:pPr>
            <a:r>
              <a:rPr lang="en"/>
              <a:t>POST /echo</a:t>
            </a:r>
            <a:br>
              <a:rPr lang="en"/>
            </a:b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Uses Pydantic validation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Outputs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API_DOCUMENTATION.md</a:t>
            </a:r>
            <a:br>
              <a:rPr lang="en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openapi.json</a:t>
            </a:r>
            <a:br>
              <a:rPr lang="en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test_cases.json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Workflow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Run API</a:t>
            </a:r>
            <a:br>
              <a:rPr lang="en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Run AutoDoc</a:t>
            </a:r>
            <a:br>
              <a:rPr lang="en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View generated files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Attributes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Maintainability</a:t>
            </a:r>
            <a:br>
              <a:rPr lang="en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Reliability</a:t>
            </a:r>
            <a:br>
              <a:rPr lang="en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Usability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URL and commits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URL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         https://github.com/m25ai1062-spec/AutoDoc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GIT Commits</a:t>
            </a:r>
            <a:endParaRPr b="1"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120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en" sz="11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a3085c9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(HEAD -&gt; main, origin/main, origin/HEAD) Updated APi documentation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en" sz="11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d3abbcc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Updated autodoc core python file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en" sz="11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0d9bb37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Updated sample api accordingly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en" sz="11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dc70851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Updated test cases wit more data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en" sz="11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797e396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Updated folder structure for better visibility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en" sz="11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92ad7d3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Recommit clean repo without openapi secrets and documents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en" sz="11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8ec028a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removed all files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en" sz="11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55a91da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Initial commit - AutoDoc full commit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b="1" lang="en" sz="11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289d27a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Initial commit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Saves developer time</a:t>
            </a:r>
            <a:br>
              <a:rPr lang="en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Ensures consistency</a:t>
            </a:r>
            <a:br>
              <a:rPr lang="en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Works fully offline</a:t>
            </a:r>
            <a:br>
              <a:rPr lang="en"/>
            </a:br>
            <a:endParaRPr/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Ideal for academic or enterprise 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